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16"/>
    <p:restoredTop sz="94719"/>
  </p:normalViewPr>
  <p:slideViewPr>
    <p:cSldViewPr snapToGrid="0">
      <p:cViewPr>
        <p:scale>
          <a:sx n="116" d="100"/>
          <a:sy n="116" d="100"/>
        </p:scale>
        <p:origin x="2240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EAA6C-69F6-C543-83A6-75D50E56BB53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58E742-2357-AD4C-BE07-50FE37A9FC7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769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158E742-2357-AD4C-BE07-50FE37A9FC7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89888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54401A-7D6E-F2E7-EFED-23A7B34A08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19DD3C-28FB-A3F5-1AE6-16E3BD5A3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4949CE-FA4D-73C3-69E2-20ACDEBFA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8677C09-B61D-D73A-DB75-4F1A8E4F2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B1B729-52B1-B374-76E6-4367FB81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9344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694CB6-5958-BDC9-6776-919626A04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1EA589C-CDE1-14DC-8BC3-545A75E21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7BC072-91E9-C041-D783-B498A1EF4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BEBF361-E88E-AB19-643F-F848DFE40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AA3A8C-3166-27D5-2CCF-93C1EDA1F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59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685D79-35CA-930B-E8C3-EA5146F87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1823E2-46E9-38F1-99DC-66B7EE696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927726-515F-2DEB-ABE8-0F7C1E807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EF42DA-F075-8D29-5AF9-63D1E7F78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0D4C89-F361-660A-26C3-53ABD946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7713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B78DF-2489-B082-D155-FDE69A294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6E3969-36C6-D3FC-7A05-71C39D0CA7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ABDB984-15B2-8A75-9AAE-D9A3C443D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53DE5D-D8FA-2E14-FBFC-11EE4673E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1447E4-F750-80C7-1C85-71EC40558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51D4F3-843F-FD27-F333-1FC1E0905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39478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87F92B-0310-502A-B581-AE4FB1046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06CD38-6375-CFDB-8A97-E52D390A1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7A77DB-B903-9142-EDBA-5982C3683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9C1EB0C-466B-C189-E37B-A7030C0083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E62D004-3790-3806-8819-7F7F4BBB5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003DB6B-005D-F7BB-5214-E780E393E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425F278-A786-ED07-7395-C6528F6C6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B973ABE-31DB-98AF-60F3-AB0C6909D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26150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40B211-8BD1-D81A-08AB-3E074236C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56F0B8E-DF6F-B9B6-90CE-67E345BCF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55228C-C9C0-7BD4-5C79-CA2231272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A53F74-153F-1061-4B56-AA8C74224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3143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ABC3A59-300B-5B7C-7443-30C0CDF5D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0D53EBF-6421-C0BA-08F7-29EA6A29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F4AEFE9-C2AE-21D9-0FC3-CB8B22121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98792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170D8E-D934-CBFA-AB91-EBA86B3DD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AC0D4E-825E-6547-7AE7-5714C5C0D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6D132E-7669-B64D-46ED-BDE9318C4D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1E3CAC-2790-7763-6E78-A73539C27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182FA41-4F3F-FD41-2BFC-D92490D78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0FFB42-CAA8-33DC-C45D-EA93149CD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9532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63D9D1-84C3-63F1-BA6F-6B48C4774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03658F-1671-1919-3E2B-A241E2D1A7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D2FDF3-CE54-EEB4-25C5-6C9C5B58B9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4BC476-50BE-1370-3954-B7BA5439A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ACB1CA6-CA86-14D5-D429-C71839110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80C210-E756-2DAD-9A9E-F05DE8046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91183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49BEE3-5513-F9D5-AE4B-CC5CC6A68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1E9F40-5328-9EE7-BCB2-CD3691874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B62E58-2846-78D7-77CA-B4E205267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F8FDDC-7DB8-5D11-2B15-0A1CFB727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1D0BD57-36D3-3D35-8028-012F61EAB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83895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BE91D94-BA31-E942-432F-C06F30546A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1B03124-2EF3-5B71-0D2D-FB3DC94FDA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B8A0F6-98A3-EDAE-08BD-F68248513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6FCED7-BBFB-8410-D567-E5A1C844B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4BDCAA-D35B-8D63-7FA5-E0CBE3814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18340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108F9EB-905E-0838-0A14-BF170051D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C9F9B9-1E6A-1270-62F9-856F34734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62AF5DC-184B-9FFE-BAA1-8C70A8E271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640126-9A6E-6042-8CC0-5890669264B0}" type="datetimeFigureOut">
              <a:rPr kumimoji="1" lang="zh-CN" altLang="en-US" smtClean="0"/>
              <a:t>2025/11/8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A93FE1-026A-800B-3936-74BDB45D81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A13428-0017-0EAE-EAF1-51D5EE01CA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EE700F-C7EB-B143-BE4D-DD688313E6F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63877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459DDCD5-4C64-CE93-DE9C-71161F578E86}"/>
              </a:ext>
            </a:extLst>
          </p:cNvPr>
          <p:cNvSpPr txBox="1"/>
          <p:nvPr/>
        </p:nvSpPr>
        <p:spPr>
          <a:xfrm>
            <a:off x="8507684" y="3449632"/>
            <a:ext cx="26740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zh-CN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Iterative</a:t>
            </a:r>
            <a:r>
              <a:rPr kumimoji="1" lang="zh-CN" alt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kumimoji="1" lang="en-US" altLang="zh-CN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RL</a:t>
            </a:r>
            <a:endParaRPr kumimoji="1" lang="zh-CN" alt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A87DEBC2-350B-E2B1-A2EB-5AB39224EFAB}"/>
              </a:ext>
            </a:extLst>
          </p:cNvPr>
          <p:cNvGrpSpPr/>
          <p:nvPr/>
        </p:nvGrpSpPr>
        <p:grpSpPr>
          <a:xfrm>
            <a:off x="1748846" y="781485"/>
            <a:ext cx="9091558" cy="2519442"/>
            <a:chOff x="1936531" y="2248218"/>
            <a:chExt cx="7081345" cy="1962374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35B384BB-DF3A-02A6-7F1A-D95E22777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36531" y="2248218"/>
              <a:ext cx="6345621" cy="1962374"/>
            </a:xfrm>
            <a:prstGeom prst="rect">
              <a:avLst/>
            </a:prstGeom>
          </p:spPr>
        </p:pic>
        <p:sp>
          <p:nvSpPr>
            <p:cNvPr id="6" name="连接器 5">
              <a:extLst>
                <a:ext uri="{FF2B5EF4-FFF2-40B4-BE49-F238E27FC236}">
                  <a16:creationId xmlns:a16="http://schemas.microsoft.com/office/drawing/2014/main" id="{689F8BD1-2B20-98D4-7879-938FECAD87FC}"/>
                </a:ext>
              </a:extLst>
            </p:cNvPr>
            <p:cNvSpPr/>
            <p:nvPr/>
          </p:nvSpPr>
          <p:spPr>
            <a:xfrm>
              <a:off x="8660524" y="2793124"/>
              <a:ext cx="357352" cy="346841"/>
            </a:xfrm>
            <a:prstGeom prst="flowChartConnector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F17CD7FD-00F5-A551-6770-33B632A3F6A4}"/>
                </a:ext>
              </a:extLst>
            </p:cNvPr>
            <p:cNvSpPr txBox="1"/>
            <p:nvPr/>
          </p:nvSpPr>
          <p:spPr>
            <a:xfrm>
              <a:off x="8715778" y="2809333"/>
              <a:ext cx="273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>
                  <a:latin typeface="Arial Rounded MT Bold" panose="020F0704030504030204" pitchFamily="34" charset="0"/>
                </a:rPr>
                <a:t>1</a:t>
              </a:r>
              <a:endParaRPr kumimoji="1" lang="zh-CN" altLang="en-US" dirty="0">
                <a:latin typeface="Arial Rounded MT Bold" panose="020F0704030504030204" pitchFamily="34" charset="0"/>
              </a:endParaRPr>
            </a:p>
          </p:txBody>
        </p:sp>
        <p:sp>
          <p:nvSpPr>
            <p:cNvPr id="8" name="连接器 7">
              <a:extLst>
                <a:ext uri="{FF2B5EF4-FFF2-40B4-BE49-F238E27FC236}">
                  <a16:creationId xmlns:a16="http://schemas.microsoft.com/office/drawing/2014/main" id="{2642818C-3210-8EE4-2222-37E1BF47444C}"/>
                </a:ext>
              </a:extLst>
            </p:cNvPr>
            <p:cNvSpPr/>
            <p:nvPr/>
          </p:nvSpPr>
          <p:spPr>
            <a:xfrm>
              <a:off x="8660524" y="3797326"/>
              <a:ext cx="357352" cy="346841"/>
            </a:xfrm>
            <a:prstGeom prst="flowChartConnector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5904E46A-42B7-3FE7-E407-89CEB8F88570}"/>
                </a:ext>
              </a:extLst>
            </p:cNvPr>
            <p:cNvSpPr txBox="1"/>
            <p:nvPr/>
          </p:nvSpPr>
          <p:spPr>
            <a:xfrm>
              <a:off x="8719141" y="3813980"/>
              <a:ext cx="2732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>
                  <a:latin typeface="Arial Rounded MT Bold" panose="020F0704030504030204" pitchFamily="34" charset="0"/>
                </a:rPr>
                <a:t>2</a:t>
              </a:r>
              <a:endParaRPr kumimoji="1" lang="zh-CN" altLang="en-US" dirty="0">
                <a:latin typeface="Arial Rounded MT Bold" panose="020F0704030504030204" pitchFamily="34" charset="0"/>
              </a:endParaRPr>
            </a:p>
          </p:txBody>
        </p: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9D43FB44-40B5-A2D4-1971-43122CEF6B82}"/>
                </a:ext>
              </a:extLst>
            </p:cNvPr>
            <p:cNvGrpSpPr/>
            <p:nvPr/>
          </p:nvGrpSpPr>
          <p:grpSpPr>
            <a:xfrm>
              <a:off x="8260134" y="3947150"/>
              <a:ext cx="259919" cy="45721"/>
              <a:chOff x="5116530" y="1191800"/>
              <a:chExt cx="259919" cy="45721"/>
            </a:xfrm>
          </p:grpSpPr>
          <p:sp>
            <p:nvSpPr>
              <p:cNvPr id="52" name="连接器 51">
                <a:extLst>
                  <a:ext uri="{FF2B5EF4-FFF2-40B4-BE49-F238E27FC236}">
                    <a16:creationId xmlns:a16="http://schemas.microsoft.com/office/drawing/2014/main" id="{BD93C0EF-F723-C6CE-6E9D-54855E893FC4}"/>
                  </a:ext>
                </a:extLst>
              </p:cNvPr>
              <p:cNvSpPr/>
              <p:nvPr/>
            </p:nvSpPr>
            <p:spPr>
              <a:xfrm>
                <a:off x="5116530" y="1191802"/>
                <a:ext cx="51371" cy="45719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3" name="连接器 52">
                <a:extLst>
                  <a:ext uri="{FF2B5EF4-FFF2-40B4-BE49-F238E27FC236}">
                    <a16:creationId xmlns:a16="http://schemas.microsoft.com/office/drawing/2014/main" id="{0C15A8A1-C290-81F0-6C93-010D4B683170}"/>
                  </a:ext>
                </a:extLst>
              </p:cNvPr>
              <p:cNvSpPr/>
              <p:nvPr/>
            </p:nvSpPr>
            <p:spPr>
              <a:xfrm>
                <a:off x="5220804" y="1191801"/>
                <a:ext cx="51371" cy="45719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4" name="连接器 53">
                <a:extLst>
                  <a:ext uri="{FF2B5EF4-FFF2-40B4-BE49-F238E27FC236}">
                    <a16:creationId xmlns:a16="http://schemas.microsoft.com/office/drawing/2014/main" id="{BDB50D3B-BA2F-9D40-D6F0-9ED61ED81A79}"/>
                  </a:ext>
                </a:extLst>
              </p:cNvPr>
              <p:cNvSpPr/>
              <p:nvPr/>
            </p:nvSpPr>
            <p:spPr>
              <a:xfrm>
                <a:off x="5325078" y="1191800"/>
                <a:ext cx="51371" cy="45719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grpSp>
          <p:nvGrpSpPr>
            <p:cNvPr id="56" name="组合 55">
              <a:extLst>
                <a:ext uri="{FF2B5EF4-FFF2-40B4-BE49-F238E27FC236}">
                  <a16:creationId xmlns:a16="http://schemas.microsoft.com/office/drawing/2014/main" id="{E8A3A31B-E7F5-32FA-9713-D08976A6DE47}"/>
                </a:ext>
              </a:extLst>
            </p:cNvPr>
            <p:cNvGrpSpPr/>
            <p:nvPr/>
          </p:nvGrpSpPr>
          <p:grpSpPr>
            <a:xfrm>
              <a:off x="8260135" y="2942948"/>
              <a:ext cx="259919" cy="45721"/>
              <a:chOff x="5116530" y="1191800"/>
              <a:chExt cx="259919" cy="45721"/>
            </a:xfrm>
          </p:grpSpPr>
          <p:sp>
            <p:nvSpPr>
              <p:cNvPr id="57" name="连接器 56">
                <a:extLst>
                  <a:ext uri="{FF2B5EF4-FFF2-40B4-BE49-F238E27FC236}">
                    <a16:creationId xmlns:a16="http://schemas.microsoft.com/office/drawing/2014/main" id="{D8535DB0-3FE9-DC13-46E0-72202743BE78}"/>
                  </a:ext>
                </a:extLst>
              </p:cNvPr>
              <p:cNvSpPr/>
              <p:nvPr/>
            </p:nvSpPr>
            <p:spPr>
              <a:xfrm>
                <a:off x="5116530" y="1191802"/>
                <a:ext cx="51371" cy="45719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8" name="连接器 57">
                <a:extLst>
                  <a:ext uri="{FF2B5EF4-FFF2-40B4-BE49-F238E27FC236}">
                    <a16:creationId xmlns:a16="http://schemas.microsoft.com/office/drawing/2014/main" id="{8CF0BAD7-AD3C-750B-65CB-2F429B108439}"/>
                  </a:ext>
                </a:extLst>
              </p:cNvPr>
              <p:cNvSpPr/>
              <p:nvPr/>
            </p:nvSpPr>
            <p:spPr>
              <a:xfrm>
                <a:off x="5220804" y="1191801"/>
                <a:ext cx="51371" cy="45719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9" name="连接器 58">
                <a:extLst>
                  <a:ext uri="{FF2B5EF4-FFF2-40B4-BE49-F238E27FC236}">
                    <a16:creationId xmlns:a16="http://schemas.microsoft.com/office/drawing/2014/main" id="{921804A6-F17A-8FA0-1EBF-6791EEFA460C}"/>
                  </a:ext>
                </a:extLst>
              </p:cNvPr>
              <p:cNvSpPr/>
              <p:nvPr/>
            </p:nvSpPr>
            <p:spPr>
              <a:xfrm>
                <a:off x="5325078" y="1191800"/>
                <a:ext cx="51371" cy="45719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</p:grpSp>
      <p:sp>
        <p:nvSpPr>
          <p:cNvPr id="92" name="文本框 91">
            <a:extLst>
              <a:ext uri="{FF2B5EF4-FFF2-40B4-BE49-F238E27FC236}">
                <a16:creationId xmlns:a16="http://schemas.microsoft.com/office/drawing/2014/main" id="{EC4B94BD-6A51-02C3-C874-BFFB6947CC43}"/>
              </a:ext>
            </a:extLst>
          </p:cNvPr>
          <p:cNvSpPr txBox="1"/>
          <p:nvPr/>
        </p:nvSpPr>
        <p:spPr>
          <a:xfrm>
            <a:off x="9300196" y="5985853"/>
            <a:ext cx="3032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PPO/SAC/…</a:t>
            </a:r>
            <a:endParaRPr kumimoji="1" lang="zh-CN" alt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FCC80A9E-ACDC-3455-6BDE-75FA5C3B5764}"/>
              </a:ext>
            </a:extLst>
          </p:cNvPr>
          <p:cNvSpPr txBox="1"/>
          <p:nvPr/>
        </p:nvSpPr>
        <p:spPr>
          <a:xfrm>
            <a:off x="748139" y="5985853"/>
            <a:ext cx="3354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One-step RL/IQL/IDQL…</a:t>
            </a:r>
            <a:endParaRPr kumimoji="1" lang="zh-CN" altLang="en-US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FE761527-667B-05C7-D28C-6F74E1957B73}"/>
              </a:ext>
            </a:extLst>
          </p:cNvPr>
          <p:cNvGrpSpPr/>
          <p:nvPr/>
        </p:nvGrpSpPr>
        <p:grpSpPr>
          <a:xfrm>
            <a:off x="8449478" y="3246105"/>
            <a:ext cx="4151432" cy="2756942"/>
            <a:chOff x="961067" y="2110012"/>
            <a:chExt cx="3794890" cy="2439571"/>
          </a:xfrm>
        </p:grpSpPr>
        <p:pic>
          <p:nvPicPr>
            <p:cNvPr id="106" name="图片 105" descr="图片包含 游戏机&#10;&#10;描述已自动生成">
              <a:extLst>
                <a:ext uri="{FF2B5EF4-FFF2-40B4-BE49-F238E27FC236}">
                  <a16:creationId xmlns:a16="http://schemas.microsoft.com/office/drawing/2014/main" id="{AA54E317-1117-8208-767B-232A199F5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1067" y="2110012"/>
              <a:ext cx="3794890" cy="2439571"/>
            </a:xfrm>
            <a:prstGeom prst="rect">
              <a:avLst/>
            </a:prstGeom>
          </p:spPr>
        </p:pic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371FD6A1-7142-366A-3138-FAD63F94760E}"/>
                </a:ext>
              </a:extLst>
            </p:cNvPr>
            <p:cNvGrpSpPr/>
            <p:nvPr/>
          </p:nvGrpSpPr>
          <p:grpSpPr>
            <a:xfrm>
              <a:off x="1069314" y="4009228"/>
              <a:ext cx="357352" cy="369332"/>
              <a:chOff x="8812924" y="2933543"/>
              <a:chExt cx="357352" cy="369332"/>
            </a:xfrm>
          </p:grpSpPr>
          <p:sp>
            <p:nvSpPr>
              <p:cNvPr id="14" name="连接器 13">
                <a:extLst>
                  <a:ext uri="{FF2B5EF4-FFF2-40B4-BE49-F238E27FC236}">
                    <a16:creationId xmlns:a16="http://schemas.microsoft.com/office/drawing/2014/main" id="{5E5BC663-066A-2096-FD80-0490C4426BAF}"/>
                  </a:ext>
                </a:extLst>
              </p:cNvPr>
              <p:cNvSpPr/>
              <p:nvPr/>
            </p:nvSpPr>
            <p:spPr>
              <a:xfrm>
                <a:off x="8812924" y="2945524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CAAF352-6C17-75F3-AD8B-123A64827535}"/>
                  </a:ext>
                </a:extLst>
              </p:cNvPr>
              <p:cNvSpPr txBox="1"/>
              <p:nvPr/>
            </p:nvSpPr>
            <p:spPr>
              <a:xfrm>
                <a:off x="8833945" y="2933543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1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2E9473D1-B052-317B-4C86-F9289915CF4C}"/>
                </a:ext>
              </a:extLst>
            </p:cNvPr>
            <p:cNvGrpSpPr/>
            <p:nvPr/>
          </p:nvGrpSpPr>
          <p:grpSpPr>
            <a:xfrm>
              <a:off x="1452461" y="3869968"/>
              <a:ext cx="357352" cy="369332"/>
              <a:chOff x="2317531" y="5566848"/>
              <a:chExt cx="357352" cy="369332"/>
            </a:xfrm>
          </p:grpSpPr>
          <p:sp>
            <p:nvSpPr>
              <p:cNvPr id="18" name="连接器 17">
                <a:extLst>
                  <a:ext uri="{FF2B5EF4-FFF2-40B4-BE49-F238E27FC236}">
                    <a16:creationId xmlns:a16="http://schemas.microsoft.com/office/drawing/2014/main" id="{553CB041-5965-31E3-F892-68925ACD7D6F}"/>
                  </a:ext>
                </a:extLst>
              </p:cNvPr>
              <p:cNvSpPr/>
              <p:nvPr/>
            </p:nvSpPr>
            <p:spPr>
              <a:xfrm>
                <a:off x="2317531" y="5578829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E0BBD89-D9F5-95F4-08C4-5B966E6E0F98}"/>
                  </a:ext>
                </a:extLst>
              </p:cNvPr>
              <p:cNvSpPr txBox="1"/>
              <p:nvPr/>
            </p:nvSpPr>
            <p:spPr>
              <a:xfrm>
                <a:off x="2338552" y="5566848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2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  <p:cxnSp>
          <p:nvCxnSpPr>
            <p:cNvPr id="27" name="直线箭头连接符 26">
              <a:extLst>
                <a:ext uri="{FF2B5EF4-FFF2-40B4-BE49-F238E27FC236}">
                  <a16:creationId xmlns:a16="http://schemas.microsoft.com/office/drawing/2014/main" id="{7BB00E6F-538E-2D51-F36B-13E7066B93AF}"/>
                </a:ext>
              </a:extLst>
            </p:cNvPr>
            <p:cNvCxnSpPr>
              <a:cxnSpLocks/>
              <a:stCxn id="16" idx="3"/>
            </p:cNvCxnSpPr>
            <p:nvPr/>
          </p:nvCxnSpPr>
          <p:spPr>
            <a:xfrm flipV="1">
              <a:off x="1363605" y="4117326"/>
              <a:ext cx="210550" cy="7656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C5AF63D5-341F-553B-D378-2150BC947002}"/>
                </a:ext>
              </a:extLst>
            </p:cNvPr>
            <p:cNvGrpSpPr/>
            <p:nvPr/>
          </p:nvGrpSpPr>
          <p:grpSpPr>
            <a:xfrm>
              <a:off x="1504463" y="3500636"/>
              <a:ext cx="357352" cy="369332"/>
              <a:chOff x="8812924" y="2933543"/>
              <a:chExt cx="357352" cy="369332"/>
            </a:xfrm>
          </p:grpSpPr>
          <p:sp>
            <p:nvSpPr>
              <p:cNvPr id="34" name="连接器 33">
                <a:extLst>
                  <a:ext uri="{FF2B5EF4-FFF2-40B4-BE49-F238E27FC236}">
                    <a16:creationId xmlns:a16="http://schemas.microsoft.com/office/drawing/2014/main" id="{211E4620-DDCC-B061-98C9-264E59F56E7F}"/>
                  </a:ext>
                </a:extLst>
              </p:cNvPr>
              <p:cNvSpPr/>
              <p:nvPr/>
            </p:nvSpPr>
            <p:spPr>
              <a:xfrm>
                <a:off x="8812924" y="2945524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7AFA40CF-BD22-888A-E794-48C46335430C}"/>
                  </a:ext>
                </a:extLst>
              </p:cNvPr>
              <p:cNvSpPr txBox="1"/>
              <p:nvPr/>
            </p:nvSpPr>
            <p:spPr>
              <a:xfrm>
                <a:off x="8833945" y="2933543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1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C007519A-B641-706F-7C44-DFC3A65D034D}"/>
                </a:ext>
              </a:extLst>
            </p:cNvPr>
            <p:cNvGrpSpPr/>
            <p:nvPr/>
          </p:nvGrpSpPr>
          <p:grpSpPr>
            <a:xfrm>
              <a:off x="1861815" y="3393920"/>
              <a:ext cx="357352" cy="369332"/>
              <a:chOff x="2317531" y="5566848"/>
              <a:chExt cx="357352" cy="369332"/>
            </a:xfrm>
          </p:grpSpPr>
          <p:sp>
            <p:nvSpPr>
              <p:cNvPr id="37" name="连接器 36">
                <a:extLst>
                  <a:ext uri="{FF2B5EF4-FFF2-40B4-BE49-F238E27FC236}">
                    <a16:creationId xmlns:a16="http://schemas.microsoft.com/office/drawing/2014/main" id="{16A190B1-8A20-B67E-6C9B-6F709A8337A7}"/>
                  </a:ext>
                </a:extLst>
              </p:cNvPr>
              <p:cNvSpPr/>
              <p:nvPr/>
            </p:nvSpPr>
            <p:spPr>
              <a:xfrm>
                <a:off x="2317531" y="5578829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DB3546F7-634B-1058-BD41-E9247BD97ABB}"/>
                  </a:ext>
                </a:extLst>
              </p:cNvPr>
              <p:cNvSpPr txBox="1"/>
              <p:nvPr/>
            </p:nvSpPr>
            <p:spPr>
              <a:xfrm>
                <a:off x="2338552" y="5566848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2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  <p:cxnSp>
          <p:nvCxnSpPr>
            <p:cNvPr id="44" name="直线箭头连接符 43">
              <a:extLst>
                <a:ext uri="{FF2B5EF4-FFF2-40B4-BE49-F238E27FC236}">
                  <a16:creationId xmlns:a16="http://schemas.microsoft.com/office/drawing/2014/main" id="{BB1E2DE1-AA8A-91D1-2430-F7F1EC07A0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54084" y="3589956"/>
              <a:ext cx="236483" cy="8889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97E56369-7CBC-AC50-2363-26748452D06C}"/>
                </a:ext>
              </a:extLst>
            </p:cNvPr>
            <p:cNvGrpSpPr/>
            <p:nvPr/>
          </p:nvGrpSpPr>
          <p:grpSpPr>
            <a:xfrm>
              <a:off x="2086034" y="2817357"/>
              <a:ext cx="357352" cy="369332"/>
              <a:chOff x="8812924" y="2933543"/>
              <a:chExt cx="357352" cy="369332"/>
            </a:xfrm>
          </p:grpSpPr>
          <p:sp>
            <p:nvSpPr>
              <p:cNvPr id="46" name="连接器 45">
                <a:extLst>
                  <a:ext uri="{FF2B5EF4-FFF2-40B4-BE49-F238E27FC236}">
                    <a16:creationId xmlns:a16="http://schemas.microsoft.com/office/drawing/2014/main" id="{3EC73C11-8321-F304-33F2-5572FE05D03D}"/>
                  </a:ext>
                </a:extLst>
              </p:cNvPr>
              <p:cNvSpPr/>
              <p:nvPr/>
            </p:nvSpPr>
            <p:spPr>
              <a:xfrm>
                <a:off x="8812924" y="2945524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4BD6E5CA-D1DC-6BDB-9AF8-2F7D7E874C5E}"/>
                  </a:ext>
                </a:extLst>
              </p:cNvPr>
              <p:cNvSpPr txBox="1"/>
              <p:nvPr/>
            </p:nvSpPr>
            <p:spPr>
              <a:xfrm>
                <a:off x="8833945" y="2933543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1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E1A8428B-2FC7-FFCC-6EE1-A98D9EC7891E}"/>
                </a:ext>
              </a:extLst>
            </p:cNvPr>
            <p:cNvGrpSpPr/>
            <p:nvPr/>
          </p:nvGrpSpPr>
          <p:grpSpPr>
            <a:xfrm>
              <a:off x="2472342" y="2751227"/>
              <a:ext cx="357352" cy="369332"/>
              <a:chOff x="2317531" y="5566848"/>
              <a:chExt cx="357352" cy="369332"/>
            </a:xfrm>
          </p:grpSpPr>
          <p:sp>
            <p:nvSpPr>
              <p:cNvPr id="49" name="连接器 48">
                <a:extLst>
                  <a:ext uri="{FF2B5EF4-FFF2-40B4-BE49-F238E27FC236}">
                    <a16:creationId xmlns:a16="http://schemas.microsoft.com/office/drawing/2014/main" id="{73BE4886-63B5-97DC-8D51-D70E8F08D131}"/>
                  </a:ext>
                </a:extLst>
              </p:cNvPr>
              <p:cNvSpPr/>
              <p:nvPr/>
            </p:nvSpPr>
            <p:spPr>
              <a:xfrm>
                <a:off x="2317531" y="5578829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39A3D22A-2B22-F51C-777E-4AB877254E03}"/>
                  </a:ext>
                </a:extLst>
              </p:cNvPr>
              <p:cNvSpPr txBox="1"/>
              <p:nvPr/>
            </p:nvSpPr>
            <p:spPr>
              <a:xfrm>
                <a:off x="2338552" y="5566848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2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  <p:cxnSp>
          <p:nvCxnSpPr>
            <p:cNvPr id="51" name="直线箭头连接符 50">
              <a:extLst>
                <a:ext uri="{FF2B5EF4-FFF2-40B4-BE49-F238E27FC236}">
                  <a16:creationId xmlns:a16="http://schemas.microsoft.com/office/drawing/2014/main" id="{82A2C263-7973-F758-3C4C-03A5F99DDF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9644" y="2950401"/>
              <a:ext cx="249673" cy="5162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AC274C1C-1004-625D-EC68-9730B029B0F1}"/>
                </a:ext>
              </a:extLst>
            </p:cNvPr>
            <p:cNvGrpSpPr/>
            <p:nvPr/>
          </p:nvGrpSpPr>
          <p:grpSpPr>
            <a:xfrm rot="18644041">
              <a:off x="2110301" y="3289204"/>
              <a:ext cx="259919" cy="45721"/>
              <a:chOff x="5116530" y="1191800"/>
              <a:chExt cx="259919" cy="45721"/>
            </a:xfrm>
          </p:grpSpPr>
          <p:sp>
            <p:nvSpPr>
              <p:cNvPr id="61" name="连接器 60">
                <a:extLst>
                  <a:ext uri="{FF2B5EF4-FFF2-40B4-BE49-F238E27FC236}">
                    <a16:creationId xmlns:a16="http://schemas.microsoft.com/office/drawing/2014/main" id="{A59F9B71-152E-9726-1D3A-7BF7AA919884}"/>
                  </a:ext>
                </a:extLst>
              </p:cNvPr>
              <p:cNvSpPr/>
              <p:nvPr/>
            </p:nvSpPr>
            <p:spPr>
              <a:xfrm>
                <a:off x="5116530" y="1191802"/>
                <a:ext cx="51371" cy="45719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2" name="连接器 61">
                <a:extLst>
                  <a:ext uri="{FF2B5EF4-FFF2-40B4-BE49-F238E27FC236}">
                    <a16:creationId xmlns:a16="http://schemas.microsoft.com/office/drawing/2014/main" id="{243E05E1-DDBD-1339-E6BD-339D03D5A027}"/>
                  </a:ext>
                </a:extLst>
              </p:cNvPr>
              <p:cNvSpPr/>
              <p:nvPr/>
            </p:nvSpPr>
            <p:spPr>
              <a:xfrm>
                <a:off x="5220804" y="1191801"/>
                <a:ext cx="51371" cy="45719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3" name="连接器 62">
                <a:extLst>
                  <a:ext uri="{FF2B5EF4-FFF2-40B4-BE49-F238E27FC236}">
                    <a16:creationId xmlns:a16="http://schemas.microsoft.com/office/drawing/2014/main" id="{F629452F-1196-6D22-F0D5-63E9BEF58BC2}"/>
                  </a:ext>
                </a:extLst>
              </p:cNvPr>
              <p:cNvSpPr/>
              <p:nvPr/>
            </p:nvSpPr>
            <p:spPr>
              <a:xfrm>
                <a:off x="5325078" y="1191800"/>
                <a:ext cx="51371" cy="45719"/>
              </a:xfrm>
              <a:prstGeom prst="flowChartConnector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</p:grp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A1A81CE6-B041-E815-22AF-1D7DF48C58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15646" y="3741346"/>
              <a:ext cx="30982" cy="23622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33CDEA65-2F9F-4549-DFDE-9197EC0E7B8B}"/>
              </a:ext>
            </a:extLst>
          </p:cNvPr>
          <p:cNvGrpSpPr/>
          <p:nvPr/>
        </p:nvGrpSpPr>
        <p:grpSpPr>
          <a:xfrm>
            <a:off x="1385593" y="3683865"/>
            <a:ext cx="3314951" cy="2296069"/>
            <a:chOff x="4885736" y="2886299"/>
            <a:chExt cx="3314951" cy="2296069"/>
          </a:xfrm>
        </p:grpSpPr>
        <p:pic>
          <p:nvPicPr>
            <p:cNvPr id="103" name="图片 102">
              <a:extLst>
                <a:ext uri="{FF2B5EF4-FFF2-40B4-BE49-F238E27FC236}">
                  <a16:creationId xmlns:a16="http://schemas.microsoft.com/office/drawing/2014/main" id="{0C37786E-7816-803A-7355-EC8F2D277F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189" t="278" r="53769"/>
            <a:stretch/>
          </p:blipFill>
          <p:spPr>
            <a:xfrm>
              <a:off x="4885736" y="2886299"/>
              <a:ext cx="1985860" cy="2296069"/>
            </a:xfrm>
            <a:prstGeom prst="rect">
              <a:avLst/>
            </a:prstGeom>
          </p:spPr>
        </p:pic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20AA17D8-B9D8-0119-778A-21972353C2F2}"/>
                </a:ext>
              </a:extLst>
            </p:cNvPr>
            <p:cNvGrpSpPr/>
            <p:nvPr/>
          </p:nvGrpSpPr>
          <p:grpSpPr>
            <a:xfrm>
              <a:off x="5728159" y="4002590"/>
              <a:ext cx="357352" cy="369332"/>
              <a:chOff x="8812924" y="2933543"/>
              <a:chExt cx="357352" cy="369332"/>
            </a:xfrm>
          </p:grpSpPr>
          <p:sp>
            <p:nvSpPr>
              <p:cNvPr id="65" name="连接器 64">
                <a:extLst>
                  <a:ext uri="{FF2B5EF4-FFF2-40B4-BE49-F238E27FC236}">
                    <a16:creationId xmlns:a16="http://schemas.microsoft.com/office/drawing/2014/main" id="{4B2D53B1-54A1-F804-DAED-188584D6F132}"/>
                  </a:ext>
                </a:extLst>
              </p:cNvPr>
              <p:cNvSpPr/>
              <p:nvPr/>
            </p:nvSpPr>
            <p:spPr>
              <a:xfrm>
                <a:off x="8812924" y="2945524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7F70FD60-5414-7C0E-3BB9-ADE9489A7174}"/>
                  </a:ext>
                </a:extLst>
              </p:cNvPr>
              <p:cNvSpPr txBox="1"/>
              <p:nvPr/>
            </p:nvSpPr>
            <p:spPr>
              <a:xfrm>
                <a:off x="8833945" y="2933543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1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121" name="任意形状 120">
              <a:extLst>
                <a:ext uri="{FF2B5EF4-FFF2-40B4-BE49-F238E27FC236}">
                  <a16:creationId xmlns:a16="http://schemas.microsoft.com/office/drawing/2014/main" id="{E441E1DF-40B1-5AB0-4AEF-DB75F16888E2}"/>
                </a:ext>
              </a:extLst>
            </p:cNvPr>
            <p:cNvSpPr/>
            <p:nvPr/>
          </p:nvSpPr>
          <p:spPr>
            <a:xfrm rot="10399706">
              <a:off x="6325257" y="3531505"/>
              <a:ext cx="383295" cy="717684"/>
            </a:xfrm>
            <a:custGeom>
              <a:avLst/>
              <a:gdLst>
                <a:gd name="connsiteX0" fmla="*/ 96253 w 372979"/>
                <a:gd name="connsiteY0" fmla="*/ 0 h 649705"/>
                <a:gd name="connsiteX1" fmla="*/ 96253 w 372979"/>
                <a:gd name="connsiteY1" fmla="*/ 0 h 649705"/>
                <a:gd name="connsiteX2" fmla="*/ 24063 w 372979"/>
                <a:gd name="connsiteY2" fmla="*/ 84221 h 649705"/>
                <a:gd name="connsiteX3" fmla="*/ 12032 w 372979"/>
                <a:gd name="connsiteY3" fmla="*/ 120316 h 649705"/>
                <a:gd name="connsiteX4" fmla="*/ 0 w 372979"/>
                <a:gd name="connsiteY4" fmla="*/ 252663 h 649705"/>
                <a:gd name="connsiteX5" fmla="*/ 12032 w 372979"/>
                <a:gd name="connsiteY5" fmla="*/ 409074 h 649705"/>
                <a:gd name="connsiteX6" fmla="*/ 36095 w 372979"/>
                <a:gd name="connsiteY6" fmla="*/ 517358 h 649705"/>
                <a:gd name="connsiteX7" fmla="*/ 132347 w 372979"/>
                <a:gd name="connsiteY7" fmla="*/ 601579 h 649705"/>
                <a:gd name="connsiteX8" fmla="*/ 168442 w 372979"/>
                <a:gd name="connsiteY8" fmla="*/ 625642 h 649705"/>
                <a:gd name="connsiteX9" fmla="*/ 252663 w 372979"/>
                <a:gd name="connsiteY9" fmla="*/ 649705 h 649705"/>
                <a:gd name="connsiteX10" fmla="*/ 348916 w 372979"/>
                <a:gd name="connsiteY10" fmla="*/ 637674 h 649705"/>
                <a:gd name="connsiteX11" fmla="*/ 360947 w 372979"/>
                <a:gd name="connsiteY11" fmla="*/ 601579 h 649705"/>
                <a:gd name="connsiteX12" fmla="*/ 372979 w 372979"/>
                <a:gd name="connsiteY12" fmla="*/ 553453 h 649705"/>
                <a:gd name="connsiteX13" fmla="*/ 360947 w 372979"/>
                <a:gd name="connsiteY13" fmla="*/ 360947 h 649705"/>
                <a:gd name="connsiteX14" fmla="*/ 324853 w 372979"/>
                <a:gd name="connsiteY14" fmla="*/ 228600 h 649705"/>
                <a:gd name="connsiteX15" fmla="*/ 300789 w 372979"/>
                <a:gd name="connsiteY15" fmla="*/ 156411 h 649705"/>
                <a:gd name="connsiteX16" fmla="*/ 240632 w 372979"/>
                <a:gd name="connsiteY16" fmla="*/ 96253 h 649705"/>
                <a:gd name="connsiteX17" fmla="*/ 216568 w 372979"/>
                <a:gd name="connsiteY17" fmla="*/ 72190 h 649705"/>
                <a:gd name="connsiteX18" fmla="*/ 144379 w 372979"/>
                <a:gd name="connsiteY18" fmla="*/ 48126 h 649705"/>
                <a:gd name="connsiteX19" fmla="*/ 96253 w 372979"/>
                <a:gd name="connsiteY19" fmla="*/ 0 h 649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2979" h="649705">
                  <a:moveTo>
                    <a:pt x="96253" y="0"/>
                  </a:moveTo>
                  <a:lnTo>
                    <a:pt x="96253" y="0"/>
                  </a:lnTo>
                  <a:cubicBezTo>
                    <a:pt x="72190" y="28074"/>
                    <a:pt x="45267" y="53930"/>
                    <a:pt x="24063" y="84221"/>
                  </a:cubicBezTo>
                  <a:cubicBezTo>
                    <a:pt x="16790" y="94611"/>
                    <a:pt x="13826" y="107761"/>
                    <a:pt x="12032" y="120316"/>
                  </a:cubicBezTo>
                  <a:cubicBezTo>
                    <a:pt x="5767" y="164168"/>
                    <a:pt x="4011" y="208547"/>
                    <a:pt x="0" y="252663"/>
                  </a:cubicBezTo>
                  <a:cubicBezTo>
                    <a:pt x="4011" y="304800"/>
                    <a:pt x="6558" y="357070"/>
                    <a:pt x="12032" y="409074"/>
                  </a:cubicBezTo>
                  <a:cubicBezTo>
                    <a:pt x="14497" y="432492"/>
                    <a:pt x="22406" y="489979"/>
                    <a:pt x="36095" y="517358"/>
                  </a:cubicBezTo>
                  <a:cubicBezTo>
                    <a:pt x="61161" y="567490"/>
                    <a:pt x="78204" y="565484"/>
                    <a:pt x="132347" y="601579"/>
                  </a:cubicBezTo>
                  <a:cubicBezTo>
                    <a:pt x="144379" y="609600"/>
                    <a:pt x="154414" y="622135"/>
                    <a:pt x="168442" y="625642"/>
                  </a:cubicBezTo>
                  <a:cubicBezTo>
                    <a:pt x="228872" y="640750"/>
                    <a:pt x="200881" y="632445"/>
                    <a:pt x="252663" y="649705"/>
                  </a:cubicBezTo>
                  <a:cubicBezTo>
                    <a:pt x="284747" y="645695"/>
                    <a:pt x="319369" y="650806"/>
                    <a:pt x="348916" y="637674"/>
                  </a:cubicBezTo>
                  <a:cubicBezTo>
                    <a:pt x="360505" y="632523"/>
                    <a:pt x="357463" y="613773"/>
                    <a:pt x="360947" y="601579"/>
                  </a:cubicBezTo>
                  <a:cubicBezTo>
                    <a:pt x="365490" y="585679"/>
                    <a:pt x="368968" y="569495"/>
                    <a:pt x="372979" y="553453"/>
                  </a:cubicBezTo>
                  <a:cubicBezTo>
                    <a:pt x="368968" y="489284"/>
                    <a:pt x="367043" y="424951"/>
                    <a:pt x="360947" y="360947"/>
                  </a:cubicBezTo>
                  <a:cubicBezTo>
                    <a:pt x="356412" y="313330"/>
                    <a:pt x="339915" y="273785"/>
                    <a:pt x="324853" y="228600"/>
                  </a:cubicBezTo>
                  <a:lnTo>
                    <a:pt x="300789" y="156411"/>
                  </a:lnTo>
                  <a:lnTo>
                    <a:pt x="240632" y="96253"/>
                  </a:lnTo>
                  <a:cubicBezTo>
                    <a:pt x="232611" y="88232"/>
                    <a:pt x="227329" y="75777"/>
                    <a:pt x="216568" y="72190"/>
                  </a:cubicBezTo>
                  <a:lnTo>
                    <a:pt x="144379" y="48126"/>
                  </a:lnTo>
                  <a:cubicBezTo>
                    <a:pt x="100677" y="33559"/>
                    <a:pt x="104274" y="8021"/>
                    <a:pt x="96253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3E88D885-55C7-E0C8-FF63-FC87997D146F}"/>
                </a:ext>
              </a:extLst>
            </p:cNvPr>
            <p:cNvGrpSpPr/>
            <p:nvPr/>
          </p:nvGrpSpPr>
          <p:grpSpPr>
            <a:xfrm>
              <a:off x="6399555" y="3685438"/>
              <a:ext cx="357352" cy="369332"/>
              <a:chOff x="2317531" y="5566848"/>
              <a:chExt cx="357352" cy="369332"/>
            </a:xfrm>
          </p:grpSpPr>
          <p:sp>
            <p:nvSpPr>
              <p:cNvPr id="68" name="连接器 67">
                <a:extLst>
                  <a:ext uri="{FF2B5EF4-FFF2-40B4-BE49-F238E27FC236}">
                    <a16:creationId xmlns:a16="http://schemas.microsoft.com/office/drawing/2014/main" id="{65E7C0E6-416E-3991-B54E-D744212C1307}"/>
                  </a:ext>
                </a:extLst>
              </p:cNvPr>
              <p:cNvSpPr/>
              <p:nvPr/>
            </p:nvSpPr>
            <p:spPr>
              <a:xfrm>
                <a:off x="2317531" y="5578829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BDC8504F-4C6E-621E-A791-4BF651BDAE2F}"/>
                  </a:ext>
                </a:extLst>
              </p:cNvPr>
              <p:cNvSpPr txBox="1"/>
              <p:nvPr/>
            </p:nvSpPr>
            <p:spPr>
              <a:xfrm>
                <a:off x="2338552" y="5566848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2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  <p:cxnSp>
          <p:nvCxnSpPr>
            <p:cNvPr id="122" name="直线箭头连接符 121">
              <a:extLst>
                <a:ext uri="{FF2B5EF4-FFF2-40B4-BE49-F238E27FC236}">
                  <a16:creationId xmlns:a16="http://schemas.microsoft.com/office/drawing/2014/main" id="{8419DF38-288F-B48F-3250-82129CF969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0576" y="3408095"/>
              <a:ext cx="273270" cy="20673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052912F2-E98F-E1E8-C04B-74912CB407AC}"/>
                </a:ext>
              </a:extLst>
            </p:cNvPr>
            <p:cNvSpPr txBox="1"/>
            <p:nvPr/>
          </p:nvSpPr>
          <p:spPr>
            <a:xfrm>
              <a:off x="6351188" y="3092779"/>
              <a:ext cx="18494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High</a:t>
              </a:r>
              <a:r>
                <a:rPr kumimoji="1" lang="zh-CN" altLang="en-US" sz="16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 </a:t>
              </a:r>
              <a:r>
                <a:rPr kumimoji="1" lang="en-US" altLang="zh-CN" sz="16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return</a:t>
              </a:r>
              <a:r>
                <a:rPr kumimoji="1" lang="zh-CN" altLang="en-US" sz="16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 </a:t>
              </a:r>
              <a:r>
                <a:rPr kumimoji="1" lang="en-US" altLang="zh-CN" sz="1600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region</a:t>
              </a:r>
              <a:endParaRPr kumimoji="1" lang="zh-CN" altLang="en-US" sz="16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</p:grp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8E5005FC-32BE-3DEC-6C45-14AF7C6726A6}"/>
              </a:ext>
            </a:extLst>
          </p:cNvPr>
          <p:cNvGrpSpPr/>
          <p:nvPr/>
        </p:nvGrpSpPr>
        <p:grpSpPr>
          <a:xfrm>
            <a:off x="5055937" y="3683865"/>
            <a:ext cx="2785237" cy="2343766"/>
            <a:chOff x="9219829" y="3295001"/>
            <a:chExt cx="2785237" cy="2343766"/>
          </a:xfrm>
        </p:grpSpPr>
        <p:pic>
          <p:nvPicPr>
            <p:cNvPr id="119" name="图片 118">
              <a:extLst>
                <a:ext uri="{FF2B5EF4-FFF2-40B4-BE49-F238E27FC236}">
                  <a16:creationId xmlns:a16="http://schemas.microsoft.com/office/drawing/2014/main" id="{093D9310-BA09-2B8D-8902-04B446B889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48668" t="278"/>
            <a:stretch/>
          </p:blipFill>
          <p:spPr>
            <a:xfrm>
              <a:off x="9219829" y="3295001"/>
              <a:ext cx="2362624" cy="2343766"/>
            </a:xfrm>
            <a:prstGeom prst="rect">
              <a:avLst/>
            </a:prstGeom>
          </p:spPr>
        </p:pic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15818CCE-4355-5845-CF6A-32532C367FA5}"/>
                </a:ext>
              </a:extLst>
            </p:cNvPr>
            <p:cNvGrpSpPr/>
            <p:nvPr/>
          </p:nvGrpSpPr>
          <p:grpSpPr>
            <a:xfrm>
              <a:off x="10129457" y="4378560"/>
              <a:ext cx="357352" cy="369332"/>
              <a:chOff x="8812924" y="2933543"/>
              <a:chExt cx="357352" cy="369332"/>
            </a:xfrm>
          </p:grpSpPr>
          <p:sp>
            <p:nvSpPr>
              <p:cNvPr id="95" name="连接器 94">
                <a:extLst>
                  <a:ext uri="{FF2B5EF4-FFF2-40B4-BE49-F238E27FC236}">
                    <a16:creationId xmlns:a16="http://schemas.microsoft.com/office/drawing/2014/main" id="{215F4E9C-4D3E-BFAA-BC7A-E580105EE205}"/>
                  </a:ext>
                </a:extLst>
              </p:cNvPr>
              <p:cNvSpPr/>
              <p:nvPr/>
            </p:nvSpPr>
            <p:spPr>
              <a:xfrm>
                <a:off x="8812924" y="2945524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665C01F7-2C56-329D-EEE5-B58192FFCDE2}"/>
                  </a:ext>
                </a:extLst>
              </p:cNvPr>
              <p:cNvSpPr txBox="1"/>
              <p:nvPr/>
            </p:nvSpPr>
            <p:spPr>
              <a:xfrm>
                <a:off x="8833945" y="2933543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1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68F994A7-BD9E-8E03-1492-B1B7C1DFC845}"/>
                </a:ext>
              </a:extLst>
            </p:cNvPr>
            <p:cNvGrpSpPr/>
            <p:nvPr/>
          </p:nvGrpSpPr>
          <p:grpSpPr>
            <a:xfrm>
              <a:off x="10554312" y="4223731"/>
              <a:ext cx="357352" cy="369332"/>
              <a:chOff x="2317531" y="5566848"/>
              <a:chExt cx="357352" cy="369332"/>
            </a:xfrm>
          </p:grpSpPr>
          <p:sp>
            <p:nvSpPr>
              <p:cNvPr id="98" name="连接器 97">
                <a:extLst>
                  <a:ext uri="{FF2B5EF4-FFF2-40B4-BE49-F238E27FC236}">
                    <a16:creationId xmlns:a16="http://schemas.microsoft.com/office/drawing/2014/main" id="{728DFC88-51C0-EE21-1D04-9488347092B9}"/>
                  </a:ext>
                </a:extLst>
              </p:cNvPr>
              <p:cNvSpPr/>
              <p:nvPr/>
            </p:nvSpPr>
            <p:spPr>
              <a:xfrm>
                <a:off x="2317531" y="5578829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99" name="文本框 98">
                <a:extLst>
                  <a:ext uri="{FF2B5EF4-FFF2-40B4-BE49-F238E27FC236}">
                    <a16:creationId xmlns:a16="http://schemas.microsoft.com/office/drawing/2014/main" id="{87EFA830-AE4D-6317-0995-20B53ED3C65F}"/>
                  </a:ext>
                </a:extLst>
              </p:cNvPr>
              <p:cNvSpPr txBox="1"/>
              <p:nvPr/>
            </p:nvSpPr>
            <p:spPr>
              <a:xfrm>
                <a:off x="2338552" y="5566848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2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  <p:sp>
          <p:nvSpPr>
            <p:cNvPr id="131" name="任意形状 130">
              <a:extLst>
                <a:ext uri="{FF2B5EF4-FFF2-40B4-BE49-F238E27FC236}">
                  <a16:creationId xmlns:a16="http://schemas.microsoft.com/office/drawing/2014/main" id="{8058AFE2-ECCE-4E99-5AF2-4ED90565FFB6}"/>
                </a:ext>
              </a:extLst>
            </p:cNvPr>
            <p:cNvSpPr/>
            <p:nvPr/>
          </p:nvSpPr>
          <p:spPr>
            <a:xfrm rot="10399706">
              <a:off x="11476733" y="3874975"/>
              <a:ext cx="528333" cy="861719"/>
            </a:xfrm>
            <a:custGeom>
              <a:avLst/>
              <a:gdLst>
                <a:gd name="connsiteX0" fmla="*/ 96253 w 372979"/>
                <a:gd name="connsiteY0" fmla="*/ 0 h 649705"/>
                <a:gd name="connsiteX1" fmla="*/ 96253 w 372979"/>
                <a:gd name="connsiteY1" fmla="*/ 0 h 649705"/>
                <a:gd name="connsiteX2" fmla="*/ 24063 w 372979"/>
                <a:gd name="connsiteY2" fmla="*/ 84221 h 649705"/>
                <a:gd name="connsiteX3" fmla="*/ 12032 w 372979"/>
                <a:gd name="connsiteY3" fmla="*/ 120316 h 649705"/>
                <a:gd name="connsiteX4" fmla="*/ 0 w 372979"/>
                <a:gd name="connsiteY4" fmla="*/ 252663 h 649705"/>
                <a:gd name="connsiteX5" fmla="*/ 12032 w 372979"/>
                <a:gd name="connsiteY5" fmla="*/ 409074 h 649705"/>
                <a:gd name="connsiteX6" fmla="*/ 36095 w 372979"/>
                <a:gd name="connsiteY6" fmla="*/ 517358 h 649705"/>
                <a:gd name="connsiteX7" fmla="*/ 132347 w 372979"/>
                <a:gd name="connsiteY7" fmla="*/ 601579 h 649705"/>
                <a:gd name="connsiteX8" fmla="*/ 168442 w 372979"/>
                <a:gd name="connsiteY8" fmla="*/ 625642 h 649705"/>
                <a:gd name="connsiteX9" fmla="*/ 252663 w 372979"/>
                <a:gd name="connsiteY9" fmla="*/ 649705 h 649705"/>
                <a:gd name="connsiteX10" fmla="*/ 348916 w 372979"/>
                <a:gd name="connsiteY10" fmla="*/ 637674 h 649705"/>
                <a:gd name="connsiteX11" fmla="*/ 360947 w 372979"/>
                <a:gd name="connsiteY11" fmla="*/ 601579 h 649705"/>
                <a:gd name="connsiteX12" fmla="*/ 372979 w 372979"/>
                <a:gd name="connsiteY12" fmla="*/ 553453 h 649705"/>
                <a:gd name="connsiteX13" fmla="*/ 360947 w 372979"/>
                <a:gd name="connsiteY13" fmla="*/ 360947 h 649705"/>
                <a:gd name="connsiteX14" fmla="*/ 324853 w 372979"/>
                <a:gd name="connsiteY14" fmla="*/ 228600 h 649705"/>
                <a:gd name="connsiteX15" fmla="*/ 300789 w 372979"/>
                <a:gd name="connsiteY15" fmla="*/ 156411 h 649705"/>
                <a:gd name="connsiteX16" fmla="*/ 240632 w 372979"/>
                <a:gd name="connsiteY16" fmla="*/ 96253 h 649705"/>
                <a:gd name="connsiteX17" fmla="*/ 216568 w 372979"/>
                <a:gd name="connsiteY17" fmla="*/ 72190 h 649705"/>
                <a:gd name="connsiteX18" fmla="*/ 144379 w 372979"/>
                <a:gd name="connsiteY18" fmla="*/ 48126 h 649705"/>
                <a:gd name="connsiteX19" fmla="*/ 96253 w 372979"/>
                <a:gd name="connsiteY19" fmla="*/ 0 h 649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2979" h="649705">
                  <a:moveTo>
                    <a:pt x="96253" y="0"/>
                  </a:moveTo>
                  <a:lnTo>
                    <a:pt x="96253" y="0"/>
                  </a:lnTo>
                  <a:cubicBezTo>
                    <a:pt x="72190" y="28074"/>
                    <a:pt x="45267" y="53930"/>
                    <a:pt x="24063" y="84221"/>
                  </a:cubicBezTo>
                  <a:cubicBezTo>
                    <a:pt x="16790" y="94611"/>
                    <a:pt x="13826" y="107761"/>
                    <a:pt x="12032" y="120316"/>
                  </a:cubicBezTo>
                  <a:cubicBezTo>
                    <a:pt x="5767" y="164168"/>
                    <a:pt x="4011" y="208547"/>
                    <a:pt x="0" y="252663"/>
                  </a:cubicBezTo>
                  <a:cubicBezTo>
                    <a:pt x="4011" y="304800"/>
                    <a:pt x="6558" y="357070"/>
                    <a:pt x="12032" y="409074"/>
                  </a:cubicBezTo>
                  <a:cubicBezTo>
                    <a:pt x="14497" y="432492"/>
                    <a:pt x="22406" y="489979"/>
                    <a:pt x="36095" y="517358"/>
                  </a:cubicBezTo>
                  <a:cubicBezTo>
                    <a:pt x="61161" y="567490"/>
                    <a:pt x="78204" y="565484"/>
                    <a:pt x="132347" y="601579"/>
                  </a:cubicBezTo>
                  <a:cubicBezTo>
                    <a:pt x="144379" y="609600"/>
                    <a:pt x="154414" y="622135"/>
                    <a:pt x="168442" y="625642"/>
                  </a:cubicBezTo>
                  <a:cubicBezTo>
                    <a:pt x="228872" y="640750"/>
                    <a:pt x="200881" y="632445"/>
                    <a:pt x="252663" y="649705"/>
                  </a:cubicBezTo>
                  <a:cubicBezTo>
                    <a:pt x="284747" y="645695"/>
                    <a:pt x="319369" y="650806"/>
                    <a:pt x="348916" y="637674"/>
                  </a:cubicBezTo>
                  <a:cubicBezTo>
                    <a:pt x="360505" y="632523"/>
                    <a:pt x="357463" y="613773"/>
                    <a:pt x="360947" y="601579"/>
                  </a:cubicBezTo>
                  <a:cubicBezTo>
                    <a:pt x="365490" y="585679"/>
                    <a:pt x="368968" y="569495"/>
                    <a:pt x="372979" y="553453"/>
                  </a:cubicBezTo>
                  <a:cubicBezTo>
                    <a:pt x="368968" y="489284"/>
                    <a:pt x="367043" y="424951"/>
                    <a:pt x="360947" y="360947"/>
                  </a:cubicBezTo>
                  <a:cubicBezTo>
                    <a:pt x="356412" y="313330"/>
                    <a:pt x="339915" y="273785"/>
                    <a:pt x="324853" y="228600"/>
                  </a:cubicBezTo>
                  <a:lnTo>
                    <a:pt x="300789" y="156411"/>
                  </a:lnTo>
                  <a:lnTo>
                    <a:pt x="240632" y="96253"/>
                  </a:lnTo>
                  <a:cubicBezTo>
                    <a:pt x="232611" y="88232"/>
                    <a:pt x="227329" y="75777"/>
                    <a:pt x="216568" y="72190"/>
                  </a:cubicBezTo>
                  <a:lnTo>
                    <a:pt x="144379" y="48126"/>
                  </a:lnTo>
                  <a:cubicBezTo>
                    <a:pt x="100677" y="33559"/>
                    <a:pt x="104274" y="8021"/>
                    <a:pt x="96253" y="0"/>
                  </a:cubicBezTo>
                  <a:close/>
                </a:path>
              </a:pathLst>
            </a:cu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grpSp>
          <p:nvGrpSpPr>
            <p:cNvPr id="125" name="组合 124">
              <a:extLst>
                <a:ext uri="{FF2B5EF4-FFF2-40B4-BE49-F238E27FC236}">
                  <a16:creationId xmlns:a16="http://schemas.microsoft.com/office/drawing/2014/main" id="{56E111C1-8CFE-2FEE-DA51-2EB8EFFDA4B1}"/>
                </a:ext>
              </a:extLst>
            </p:cNvPr>
            <p:cNvGrpSpPr/>
            <p:nvPr/>
          </p:nvGrpSpPr>
          <p:grpSpPr>
            <a:xfrm>
              <a:off x="10930810" y="4260804"/>
              <a:ext cx="357352" cy="369332"/>
              <a:chOff x="8812924" y="2933543"/>
              <a:chExt cx="357352" cy="369332"/>
            </a:xfrm>
          </p:grpSpPr>
          <p:sp>
            <p:nvSpPr>
              <p:cNvPr id="126" name="连接器 125">
                <a:extLst>
                  <a:ext uri="{FF2B5EF4-FFF2-40B4-BE49-F238E27FC236}">
                    <a16:creationId xmlns:a16="http://schemas.microsoft.com/office/drawing/2014/main" id="{7A3BCFC8-B8F5-BA1C-6AED-B84CEFB2063A}"/>
                  </a:ext>
                </a:extLst>
              </p:cNvPr>
              <p:cNvSpPr/>
              <p:nvPr/>
            </p:nvSpPr>
            <p:spPr>
              <a:xfrm>
                <a:off x="8812924" y="2945524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34516297-2618-45F8-0D94-7BCABEF98409}"/>
                  </a:ext>
                </a:extLst>
              </p:cNvPr>
              <p:cNvSpPr txBox="1"/>
              <p:nvPr/>
            </p:nvSpPr>
            <p:spPr>
              <a:xfrm>
                <a:off x="8833945" y="2933543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1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  <p:grpSp>
          <p:nvGrpSpPr>
            <p:cNvPr id="128" name="组合 127">
              <a:extLst>
                <a:ext uri="{FF2B5EF4-FFF2-40B4-BE49-F238E27FC236}">
                  <a16:creationId xmlns:a16="http://schemas.microsoft.com/office/drawing/2014/main" id="{508D9F03-5C1D-6C34-713F-DF545C7E845B}"/>
                </a:ext>
              </a:extLst>
            </p:cNvPr>
            <p:cNvGrpSpPr/>
            <p:nvPr/>
          </p:nvGrpSpPr>
          <p:grpSpPr>
            <a:xfrm>
              <a:off x="11415077" y="4173754"/>
              <a:ext cx="357352" cy="369332"/>
              <a:chOff x="2317531" y="5566848"/>
              <a:chExt cx="357352" cy="369332"/>
            </a:xfrm>
          </p:grpSpPr>
          <p:sp>
            <p:nvSpPr>
              <p:cNvPr id="129" name="连接器 128">
                <a:extLst>
                  <a:ext uri="{FF2B5EF4-FFF2-40B4-BE49-F238E27FC236}">
                    <a16:creationId xmlns:a16="http://schemas.microsoft.com/office/drawing/2014/main" id="{97A91F86-6E6F-2887-C2A1-ACA83FE56C76}"/>
                  </a:ext>
                </a:extLst>
              </p:cNvPr>
              <p:cNvSpPr/>
              <p:nvPr/>
            </p:nvSpPr>
            <p:spPr>
              <a:xfrm>
                <a:off x="2317531" y="5578829"/>
                <a:ext cx="357352" cy="346841"/>
              </a:xfrm>
              <a:prstGeom prst="flowChartConnector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accent6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4DF498B1-0C38-4C1F-F95B-5E9A8B7DA439}"/>
                  </a:ext>
                </a:extLst>
              </p:cNvPr>
              <p:cNvSpPr txBox="1"/>
              <p:nvPr/>
            </p:nvSpPr>
            <p:spPr>
              <a:xfrm>
                <a:off x="2338552" y="5566848"/>
                <a:ext cx="2732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dirty="0">
                    <a:latin typeface="Arial Rounded MT Bold" panose="020F0704030504030204" pitchFamily="34" charset="0"/>
                  </a:rPr>
                  <a:t>2</a:t>
                </a:r>
                <a:endParaRPr kumimoji="1" lang="zh-CN" altLang="en-US" dirty="0">
                  <a:latin typeface="Arial Rounded MT Bold" panose="020F0704030504030204" pitchFamily="34" charset="0"/>
                </a:endParaRPr>
              </a:p>
            </p:txBody>
          </p:sp>
        </p:grpSp>
      </p:grpSp>
      <p:grpSp>
        <p:nvGrpSpPr>
          <p:cNvPr id="136" name="组合 135">
            <a:extLst>
              <a:ext uri="{FF2B5EF4-FFF2-40B4-BE49-F238E27FC236}">
                <a16:creationId xmlns:a16="http://schemas.microsoft.com/office/drawing/2014/main" id="{9C968A90-A6C6-1E44-FD1C-88D36695A97C}"/>
              </a:ext>
            </a:extLst>
          </p:cNvPr>
          <p:cNvGrpSpPr/>
          <p:nvPr/>
        </p:nvGrpSpPr>
        <p:grpSpPr>
          <a:xfrm>
            <a:off x="5044339" y="5992177"/>
            <a:ext cx="3487214" cy="369332"/>
            <a:chOff x="4591264" y="6038879"/>
            <a:chExt cx="3120978" cy="369332"/>
          </a:xfrm>
        </p:grpSpPr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50C457B2-BA69-0D1B-6AB0-1496DD7D0112}"/>
                </a:ext>
              </a:extLst>
            </p:cNvPr>
            <p:cNvSpPr txBox="1"/>
            <p:nvPr/>
          </p:nvSpPr>
          <p:spPr>
            <a:xfrm>
              <a:off x="4591264" y="6038879"/>
              <a:ext cx="31209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kumimoji="1" lang="en-US" altLang="zh-CN" dirty="0">
                  <a:latin typeface="Arial Unicode MS" panose="020B0604020202020204" pitchFamily="34" charset="-128"/>
                  <a:ea typeface="Arial Unicode MS" panose="020B0604020202020204" pitchFamily="34" charset="-128"/>
                  <a:cs typeface="Arial Unicode MS" panose="020B0604020202020204" pitchFamily="34" charset="-128"/>
                </a:rPr>
                <a:t>BPPO      Uni-O4/RL-100…</a:t>
              </a:r>
              <a:endParaRPr kumimoji="1" lang="zh-CN" altLang="en-US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endParaRPr>
            </a:p>
          </p:txBody>
        </p:sp>
        <p:cxnSp>
          <p:nvCxnSpPr>
            <p:cNvPr id="134" name="直线箭头连接符 133">
              <a:extLst>
                <a:ext uri="{FF2B5EF4-FFF2-40B4-BE49-F238E27FC236}">
                  <a16:creationId xmlns:a16="http://schemas.microsoft.com/office/drawing/2014/main" id="{4D0AC2A6-E57D-5155-3D94-2FB932DF4B07}"/>
                </a:ext>
              </a:extLst>
            </p:cNvPr>
            <p:cNvCxnSpPr>
              <a:cxnSpLocks/>
            </p:cNvCxnSpPr>
            <p:nvPr/>
          </p:nvCxnSpPr>
          <p:spPr>
            <a:xfrm>
              <a:off x="5522408" y="6224307"/>
              <a:ext cx="27182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文本框 99">
            <a:extLst>
              <a:ext uri="{FF2B5EF4-FFF2-40B4-BE49-F238E27FC236}">
                <a16:creationId xmlns:a16="http://schemas.microsoft.com/office/drawing/2014/main" id="{DDE028F8-4346-C7AB-7B8E-495EE3DE3E9C}"/>
              </a:ext>
            </a:extLst>
          </p:cNvPr>
          <p:cNvSpPr txBox="1"/>
          <p:nvPr/>
        </p:nvSpPr>
        <p:spPr>
          <a:xfrm>
            <a:off x="4871433" y="3451639"/>
            <a:ext cx="26740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zh-CN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Multi-step</a:t>
            </a:r>
            <a:r>
              <a:rPr kumimoji="1" lang="zh-CN" alt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kumimoji="1" lang="en-US" altLang="zh-CN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RL</a:t>
            </a:r>
            <a:endParaRPr kumimoji="1" lang="zh-CN" alt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BE279E10-1295-FE7A-0F91-44A3B07ED24C}"/>
              </a:ext>
            </a:extLst>
          </p:cNvPr>
          <p:cNvSpPr txBox="1"/>
          <p:nvPr/>
        </p:nvSpPr>
        <p:spPr>
          <a:xfrm>
            <a:off x="690846" y="3453032"/>
            <a:ext cx="26740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zh-CN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One-step</a:t>
            </a:r>
            <a:r>
              <a:rPr kumimoji="1" lang="zh-CN" altLang="en-US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kumimoji="1" lang="en-US" altLang="zh-CN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RL</a:t>
            </a:r>
            <a:endParaRPr kumimoji="1" lang="zh-CN" alt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cxnSp>
        <p:nvCxnSpPr>
          <p:cNvPr id="138" name="直线连接符 137">
            <a:extLst>
              <a:ext uri="{FF2B5EF4-FFF2-40B4-BE49-F238E27FC236}">
                <a16:creationId xmlns:a16="http://schemas.microsoft.com/office/drawing/2014/main" id="{5DD1F3B3-0136-D4D1-27DE-595EA0F5218A}"/>
              </a:ext>
            </a:extLst>
          </p:cNvPr>
          <p:cNvCxnSpPr/>
          <p:nvPr/>
        </p:nvCxnSpPr>
        <p:spPr>
          <a:xfrm>
            <a:off x="709966" y="3378370"/>
            <a:ext cx="11357811" cy="0"/>
          </a:xfrm>
          <a:prstGeom prst="line">
            <a:avLst/>
          </a:prstGeom>
          <a:ln>
            <a:solidFill>
              <a:schemeClr val="accent5">
                <a:lumMod val="20000"/>
                <a:lumOff val="80000"/>
                <a:alpha val="6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文本框 138">
            <a:extLst>
              <a:ext uri="{FF2B5EF4-FFF2-40B4-BE49-F238E27FC236}">
                <a16:creationId xmlns:a16="http://schemas.microsoft.com/office/drawing/2014/main" id="{FA9D0DA1-CDAD-B71E-6B48-83F4C4D8470F}"/>
              </a:ext>
            </a:extLst>
          </p:cNvPr>
          <p:cNvSpPr txBox="1"/>
          <p:nvPr/>
        </p:nvSpPr>
        <p:spPr>
          <a:xfrm>
            <a:off x="690846" y="293975"/>
            <a:ext cx="6097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kumimoji="1" lang="en-US" altLang="zh-CN" sz="2000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general version of RL policy update forms</a:t>
            </a:r>
            <a:endParaRPr kumimoji="1" lang="zh-CN" altLang="en-US" sz="2000" dirty="0"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141" name="左大括号 140">
            <a:extLst>
              <a:ext uri="{FF2B5EF4-FFF2-40B4-BE49-F238E27FC236}">
                <a16:creationId xmlns:a16="http://schemas.microsoft.com/office/drawing/2014/main" id="{1F82C881-0748-FCD9-5E9A-AE4E6148FC94}"/>
              </a:ext>
            </a:extLst>
          </p:cNvPr>
          <p:cNvSpPr/>
          <p:nvPr/>
        </p:nvSpPr>
        <p:spPr>
          <a:xfrm rot="16200000">
            <a:off x="4189681" y="4517146"/>
            <a:ext cx="192793" cy="381700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FE7759D6-40E3-CE39-E41C-B426D67A0BB2}"/>
              </a:ext>
            </a:extLst>
          </p:cNvPr>
          <p:cNvSpPr txBox="1"/>
          <p:nvPr/>
        </p:nvSpPr>
        <p:spPr>
          <a:xfrm>
            <a:off x="2725789" y="6486119"/>
            <a:ext cx="3482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More conservative, but stable</a:t>
            </a:r>
            <a:endParaRPr kumimoji="1" lang="zh-CN" altLang="en-US" dirty="0"/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D9DFA05F-E4FA-100D-ED6F-319AE78FDC64}"/>
              </a:ext>
            </a:extLst>
          </p:cNvPr>
          <p:cNvSpPr txBox="1"/>
          <p:nvPr/>
        </p:nvSpPr>
        <p:spPr>
          <a:xfrm>
            <a:off x="8533877" y="6486119"/>
            <a:ext cx="34826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More conservative, but stable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8941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860</TotalTime>
  <Words>58</Words>
  <Application>Microsoft Macintosh PowerPoint</Application>
  <PresentationFormat>宽屏</PresentationFormat>
  <Paragraphs>25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Arial Unicode MS</vt:lpstr>
      <vt:lpstr>Arial</vt:lpstr>
      <vt:lpstr>Arial Rounded MT Bold</vt:lpstr>
      <vt:lpstr>Wingdings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坤 雷</dc:creator>
  <cp:lastModifiedBy>坤 雷</cp:lastModifiedBy>
  <cp:revision>2</cp:revision>
  <dcterms:created xsi:type="dcterms:W3CDTF">2025-11-08T13:21:22Z</dcterms:created>
  <dcterms:modified xsi:type="dcterms:W3CDTF">2025-11-09T03:41:49Z</dcterms:modified>
</cp:coreProperties>
</file>